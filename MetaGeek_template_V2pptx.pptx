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37" r:id="rId4"/>
  </p:sldMasterIdLst>
  <p:notesMasterIdLst>
    <p:notesMasterId r:id="rId14"/>
  </p:notesMasterIdLst>
  <p:handoutMasterIdLst>
    <p:handoutMasterId r:id="rId15"/>
  </p:handoutMasterIdLst>
  <p:sldIdLst>
    <p:sldId id="262" r:id="rId5"/>
    <p:sldId id="2147483644" r:id="rId6"/>
    <p:sldId id="2147483646" r:id="rId7"/>
    <p:sldId id="2147483647" r:id="rId8"/>
    <p:sldId id="256" r:id="rId9"/>
    <p:sldId id="260" r:id="rId10"/>
    <p:sldId id="258" r:id="rId11"/>
    <p:sldId id="259"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546B07-81DF-26B0-5D4F-6F202748FAF3}" name="Bhagwat Kumar" initials="BK" userId="S::bhagwat.kumar@mphasis.com::68819df8-096b-407b-a66b-90a8c067aa41" providerId="AD"/>
  <p188:author id="{3987B608-771F-7B1F-4CE1-61E4577F4E0F}" name="Tarun Singh" initials="" userId="S::tarun.singh@mphasis.com::b74f7aa2-56a4-4584-a336-a14805c07128" providerId="AD"/>
  <p188:author id="{0CF1D70B-643C-C948-5BF8-2A7DC8ABF81D}" name="Pankaj K" initials="" userId="S::Pankaj.K@mphasis.com::6723735c-4e13-42bf-b507-6a581143f2a1" providerId="AD"/>
  <p188:author id="{B8D3D01A-84EA-A2C1-A2F6-262DB6714978}" name="Manoj YadavR" initials="" userId="S::manoj.yadavr@mphasis.com::578d21c4-8d5a-481b-8f39-925950ac1911" providerId="AD"/>
  <p188:author id="{B01CF01F-5D13-1154-F17D-AE6CB71DCE1B}" name="Pradeep Patil2" initials="PP" userId="S::pradeep.patil2@mphasis.com::c925aa4f-a790-4b2e-b75d-20eb9ce546eb" providerId="AD"/>
  <p188:author id="{71FFE85C-669C-D242-6EF2-84596B51718F}" name="Sachin Garg" initials="SG" userId="S::sachin.garg@mphasis.com::1be550f1-2aaa-4cf8-82f2-5d866e76ec74" providerId="AD"/>
  <p188:author id="{9C34557B-6AD1-92A7-D072-BF8E40B7EC2E}" name="Nitin Nikhare" initials="NN" userId="S::Nitin.Nikhare@mphasis.com::52c7fc5c-129c-4b2d-b541-73b361ab91ad" providerId="AD"/>
  <p188:author id="{54545184-6CEE-F7AE-5ED5-73508AA5C4B2}" name="Suresh Vedakumar" initials="" userId="S::Suresh.Vedakumar@mphasis.com::49bfc379-8cf4-4b9a-8ebc-c5c8aa11087f" providerId="AD"/>
  <p188:author id="{852B2E86-17A4-2DDE-A2AC-1416DEEE5E99}" name="Cory Schmeisser" initials="" userId="S::christopher.s@mphasis.com::2d2606f9-6743-461c-9d15-ba31868ffad0" providerId="AD"/>
  <p188:author id="{DD81EF9E-4331-13EA-C61A-31DC2ED8843B}" name="Bharath Mohan" initials="BM" userId="S::bharath.mohan@mphasis.com::a5e4abd3-f893-4c55-b0fd-5b7d602f8f17" providerId="AD"/>
  <p188:author id="{B6BBD6A3-2A41-B735-45A8-31461AD6F56A}" name="Gregory Wittenbrook" initials="GW" userId="S::gregory.wittenbrook@mphasis.com::69282454-7b9b-4344-b768-0bba4367768d" providerId="AD"/>
  <p188:author id="{7450CCAA-C305-548B-CF06-0936523CE03B}" name="Neil Gulino" initials="AG" userId="S::aniello.gulino@mphasis.com::1232f894-46f9-49f5-98c6-74d967b641dc" providerId="AD"/>
  <p188:author id="{4BCF3FAF-517B-F0B1-8449-DF6001540CA8}" name="Nitin Bhardwaj" initials="" userId="S::Nitin.Bhardwaj@mphasis.com::cc4f3cb3-de40-41b6-8223-4ecd0ca618ac" providerId="AD"/>
  <p188:author id="{CB2045B6-833E-68BE-62DF-7061E1935E43}" name="Agnelo Marques" initials="AM" userId="S::Agnelo.Marques@mphasis.com::bbb62c81-9619-4414-a31f-ed82752ab3ed" providerId="AD"/>
  <p188:author id="{A8D1E8BC-2B01-38A9-7260-4332A114902B}" name="Shaunak Dave" initials="SD" userId="S::shaunak.dave@mphasis.com::1c50db4f-3016-4a08-86bd-38ae7f1a70a1" providerId="AD"/>
  <p188:author id="{816E6EC3-05B7-B620-F7CB-46649E35BCFF}" name="Sourav Sengupta" initials="SS" userId="S::sourav.sengupta1@mphasis.com::049a0a2c-3c7e-49c3-b69e-d0adbca98e73" providerId="AD"/>
  <p188:author id="{4F4718CC-3EBE-E1AA-5B24-7E9C162409A6}" name="ESAKKIMUTHU DOSS" initials="" userId="S::esakkimuthu.doss@mphasis.com::feac13dd-346d-41a6-a2d8-1905572a4378" providerId="AD"/>
  <p188:author id="{9BC55ED1-A248-1467-7C85-C185A2740726}" name="Karthik x2" initials="" userId="S::karthik.x2@mphasis.com::1e37a22a-3fce-46c9-84bf-51b98c7af908" providerId="AD"/>
  <p188:author id="{64D8B5DA-DEF1-DE99-5E46-4E7A5D18A2F0}" name="Jobin Abraham" initials="JA" userId="S::jobin.abraham@mphasis.com::7bc7eed5-2d03-458c-ba36-3f4563f99fa0" providerId="AD"/>
  <p188:author id="{05423CE0-1419-C6D5-4ABA-2CAEFEAB8FEC}" name="Mahamed Arif" initials="MA" userId="S::Mahamed.Arif@mphasis.com::c71255ab-98e0-4b03-b104-7b080406bc97" providerId="AD"/>
  <p188:author id="{DCE1DCE4-E3B0-658C-6C31-678DA75BF6F5}" name="Maligouder V" initials="VM" userId="S::v.maligouder@mphasis.com::a6188fb2-6afa-4573-bf74-4e49d3030c61" providerId="AD"/>
  <p188:author id="{5915F2E4-1EC6-41E2-D923-7C5F19A8E996}" name="Hari Prasad Reddy A.M." initials="" userId="S::hari.a.m@mphasis.com::1157a967-c109-4ef4-b5d6-f947c54cc270" providerId="AD"/>
  <p188:author id="{D39523E9-4D0F-C049-64DD-B0B3D6B07606}" name="M Logarajan" initials="ML" userId="S::m.logarajan@mphasis.com::3327ceb2-5260-4271-b448-a1a2477942bf" providerId="AD"/>
  <p188:author id="{228B85ED-C90C-655A-B6C8-FABDF7FCE0D4}" name="Jyotsna Kancherlapalli" initials="" userId="S::jyotsna.k@mphasis.com::15697502-6bf2-42b6-b373-98896a769981" providerId="AD"/>
  <p188:author id="{220621FC-929A-5F45-AA8A-3FA5201DDF9F}" name="Karthika Nair H" initials="" userId="S::karthika.harikumaran@mphasis.com::d3b25def-5080-4077-9a69-e541532e39d9" providerId="AD"/>
  <p188:author id="{628EECFF-B723-96FF-9FC4-8091B4A9AB77}" name="VenkataSai Pulluri" initials="VP" userId="S::venkatasai.pulluri@mphasis.com::423652eb-a979-4928-8bb0-2cd519ec9a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7A"/>
    <a:srgbClr val="FF4800"/>
    <a:srgbClr val="E20074"/>
    <a:srgbClr val="38A0AD"/>
    <a:srgbClr val="E8E8E8"/>
    <a:srgbClr val="ED008C"/>
    <a:srgbClr val="85AC2E"/>
    <a:srgbClr val="FF3500"/>
    <a:srgbClr val="969696"/>
    <a:srgbClr val="9CDB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E20DE-4E77-45ED-8306-D0EA00C23388}" v="25" dt="2026-03-18T08:03:56.597"/>
    <p1510:client id="{A57BA552-6D78-4A3A-9A54-32F9D4680ADE}" v="22" dt="2026-03-18T09:05:16.685"/>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B8E911-CCD8-BB3D-C65A-5EC2F667E6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67949AB-1963-7060-213A-395D199BA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E86AAF-325D-44BB-941C-11318DAC01F6}" type="datetimeFigureOut">
              <a:rPr lang="en-IN" smtClean="0"/>
              <a:t>18-03-2026</a:t>
            </a:fld>
            <a:endParaRPr lang="en-IN"/>
          </a:p>
        </p:txBody>
      </p:sp>
      <p:sp>
        <p:nvSpPr>
          <p:cNvPr id="4" name="Footer Placeholder 3">
            <a:extLst>
              <a:ext uri="{FF2B5EF4-FFF2-40B4-BE49-F238E27FC236}">
                <a16:creationId xmlns:a16="http://schemas.microsoft.com/office/drawing/2014/main" id="{72CAC586-BFD1-3452-AF44-5A4E9D0852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1AFB84D-9C57-D8AF-0063-22CE8802E3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74CC9-7D4D-4A82-9F7C-C75654570F1F}" type="slidenum">
              <a:rPr lang="en-IN" smtClean="0"/>
              <a:t>‹#›</a:t>
            </a:fld>
            <a:endParaRPr lang="en-IN"/>
          </a:p>
        </p:txBody>
      </p:sp>
    </p:spTree>
    <p:extLst>
      <p:ext uri="{BB962C8B-B14F-4D97-AF65-F5344CB8AC3E}">
        <p14:creationId xmlns:p14="http://schemas.microsoft.com/office/powerpoint/2010/main" val="161170239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4EEF8-A9EB-4ABD-8D0E-BAFDDE90EE41}" type="datetimeFigureOut">
              <a:rPr lang="en-IN" smtClean="0"/>
              <a:t>18-03-2026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99EB0-6DB4-4210-AC99-5B29B077CB13}" type="slidenum">
              <a:rPr lang="en-IN" smtClean="0"/>
              <a:t>‹#›</a:t>
            </a:fld>
            <a:endParaRPr lang="en-IN"/>
          </a:p>
        </p:txBody>
      </p:sp>
    </p:spTree>
    <p:extLst>
      <p:ext uri="{BB962C8B-B14F-4D97-AF65-F5344CB8AC3E}">
        <p14:creationId xmlns:p14="http://schemas.microsoft.com/office/powerpoint/2010/main" val="328474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a:xfrm>
            <a:off x="280416" y="208502"/>
            <a:ext cx="10633117" cy="400110"/>
          </a:xfrm>
        </p:spPr>
        <p:txBody>
          <a:bodyPr wrap="square" lIns="0" tIns="0" rIns="0" bIns="0" anchor="t">
            <a:spAutoFit/>
          </a:bodyPr>
          <a:lstStyle>
            <a:lvl1pPr>
              <a:lnSpc>
                <a:spcPct val="100000"/>
              </a:lnSpc>
              <a:defRPr sz="2600">
                <a:solidFill>
                  <a:schemeClr val="bg2"/>
                </a:solidFill>
              </a:defRPr>
            </a:lvl1pPr>
          </a:lstStyle>
          <a:p>
            <a:r>
              <a:rPr lang="en-US"/>
              <a:t>Click to edit Master title style</a:t>
            </a:r>
            <a:endParaRPr lang="en-IN"/>
          </a:p>
        </p:txBody>
      </p:sp>
      <p:pic>
        <p:nvPicPr>
          <p:cNvPr id="6" name="Picture 5">
            <a:extLst>
              <a:ext uri="{FF2B5EF4-FFF2-40B4-BE49-F238E27FC236}">
                <a16:creationId xmlns:a16="http://schemas.microsoft.com/office/drawing/2014/main" id="{1DE024FD-435F-39FD-9EA4-B9E40BCF2FB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033980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only Mphasi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E84F472-4640-E32E-1847-EC5C5439D795}"/>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a:xfrm>
            <a:off x="1524" y="0"/>
            <a:ext cx="12188952" cy="6857999"/>
          </a:xfrm>
          <a:prstGeom prst="rect">
            <a:avLst/>
          </a:prstGeom>
        </p:spPr>
      </p:pic>
      <p:sp>
        <p:nvSpPr>
          <p:cNvPr id="2" name="Title 1">
            <a:extLst>
              <a:ext uri="{FF2B5EF4-FFF2-40B4-BE49-F238E27FC236}">
                <a16:creationId xmlns:a16="http://schemas.microsoft.com/office/drawing/2014/main" id="{AAAD0381-0A88-386D-35F1-91FC9C598A76}"/>
              </a:ext>
            </a:extLst>
          </p:cNvPr>
          <p:cNvSpPr>
            <a:spLocks noGrp="1"/>
          </p:cNvSpPr>
          <p:nvPr>
            <p:ph type="ctrTitle" hasCustomPrompt="1"/>
          </p:nvPr>
        </p:nvSpPr>
        <p:spPr>
          <a:xfrm>
            <a:off x="498744" y="2634717"/>
            <a:ext cx="6968856" cy="1421928"/>
          </a:xfrm>
        </p:spPr>
        <p:txBody>
          <a:bodyPr wrap="square" anchor="b">
            <a:spAutoFit/>
          </a:bodyPr>
          <a:lstStyle>
            <a:lvl1pPr algn="l">
              <a:defRPr sz="4800">
                <a:solidFill>
                  <a:schemeClr val="bg1"/>
                </a:solidFill>
                <a:latin typeface="+mj-lt"/>
              </a:defRPr>
            </a:lvl1pPr>
          </a:lstStyle>
          <a:p>
            <a:r>
              <a:rPr lang="en-US"/>
              <a:t>Click to edit Master title </a:t>
            </a:r>
            <a:br>
              <a:rPr lang="en-US"/>
            </a:br>
            <a:r>
              <a:rPr lang="en-US"/>
              <a:t>style</a:t>
            </a:r>
            <a:endParaRPr lang="en-IN"/>
          </a:p>
        </p:txBody>
      </p:sp>
      <p:sp>
        <p:nvSpPr>
          <p:cNvPr id="3" name="Subtitle 2">
            <a:extLst>
              <a:ext uri="{FF2B5EF4-FFF2-40B4-BE49-F238E27FC236}">
                <a16:creationId xmlns:a16="http://schemas.microsoft.com/office/drawing/2014/main" id="{D7443F09-C629-3511-659F-A2BDF373EE06}"/>
              </a:ext>
            </a:extLst>
          </p:cNvPr>
          <p:cNvSpPr>
            <a:spLocks noGrp="1"/>
          </p:cNvSpPr>
          <p:nvPr>
            <p:ph type="subTitle" idx="1"/>
          </p:nvPr>
        </p:nvSpPr>
        <p:spPr>
          <a:xfrm>
            <a:off x="498744" y="4128192"/>
            <a:ext cx="6968856" cy="480131"/>
          </a:xfrm>
        </p:spPr>
        <p:txBody>
          <a:bodyPr>
            <a:spAutoFit/>
          </a:bodyPr>
          <a:lstStyle>
            <a:lvl1pPr marL="0" indent="0" algn="l">
              <a:buNone/>
              <a:defRPr sz="2800" b="1">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pic>
        <p:nvPicPr>
          <p:cNvPr id="6" name="Picture 5">
            <a:extLst>
              <a:ext uri="{FF2B5EF4-FFF2-40B4-BE49-F238E27FC236}">
                <a16:creationId xmlns:a16="http://schemas.microsoft.com/office/drawing/2014/main" id="{25A12056-1CA3-12BC-1D19-8ACDA4C1B6FE}"/>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98744" y="1268782"/>
            <a:ext cx="2334780" cy="776357"/>
          </a:xfrm>
          <a:prstGeom prst="rect">
            <a:avLst/>
          </a:prstGeom>
        </p:spPr>
      </p:pic>
      <p:pic>
        <p:nvPicPr>
          <p:cNvPr id="11" name="Picture 10">
            <a:extLst>
              <a:ext uri="{FF2B5EF4-FFF2-40B4-BE49-F238E27FC236}">
                <a16:creationId xmlns:a16="http://schemas.microsoft.com/office/drawing/2014/main" id="{C336FF60-B6F6-57B7-4DC4-F7F793EEE210}"/>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7656094" y="1561441"/>
            <a:ext cx="3744000" cy="3735119"/>
          </a:xfrm>
          <a:prstGeom prst="rect">
            <a:avLst/>
          </a:prstGeom>
        </p:spPr>
      </p:pic>
      <p:pic>
        <p:nvPicPr>
          <p:cNvPr id="15" name="Picture 14">
            <a:extLst>
              <a:ext uri="{FF2B5EF4-FFF2-40B4-BE49-F238E27FC236}">
                <a16:creationId xmlns:a16="http://schemas.microsoft.com/office/drawing/2014/main" id="{44D4E2CC-2B40-8D6D-93B3-DFC25454CF07}"/>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10180884" y="2614162"/>
            <a:ext cx="2011116" cy="1980000"/>
          </a:xfrm>
          <a:prstGeom prst="rect">
            <a:avLst/>
          </a:prstGeom>
        </p:spPr>
      </p:pic>
    </p:spTree>
    <p:extLst>
      <p:ext uri="{BB962C8B-B14F-4D97-AF65-F5344CB8AC3E}">
        <p14:creationId xmlns:p14="http://schemas.microsoft.com/office/powerpoint/2010/main" val="483365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BC1A6F"/>
                </a:solidFill>
                <a:effectLst/>
                <a:uLnTx/>
                <a:uFillTx/>
                <a:latin typeface="Calibri" panose="020F0502020204030204"/>
                <a:ea typeface="+mn-ea"/>
                <a:cs typeface="+mn-cs"/>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lvl="0" indent="0" algn="just" defTabSz="1218529" rtl="0" eaLnBrk="1" fontAlgn="base" latinLnBrk="0" hangingPunct="1">
              <a:lnSpc>
                <a:spcPct val="100000"/>
              </a:lnSpc>
              <a:spcBef>
                <a:spcPct val="20000"/>
              </a:spcBef>
              <a:spcAft>
                <a:spcPct val="0"/>
              </a:spcAft>
              <a:buClrTx/>
              <a:buSzTx/>
              <a:buFont typeface="Arial" charset="0"/>
              <a:buNone/>
              <a:tabLst/>
              <a:defRPr/>
            </a:pPr>
            <a:r>
              <a:rPr kumimoji="0" lang="en-US" sz="1400" b="1" i="0" u="none" strike="noStrike" kern="1200" cap="none" spc="0" normalizeH="0" baseline="0" noProof="0">
                <a:ln>
                  <a:noFill/>
                </a:ln>
                <a:solidFill>
                  <a:srgbClr val="5A5A5A"/>
                </a:solidFill>
                <a:effectLst/>
                <a:uLnTx/>
                <a:uFillTx/>
                <a:latin typeface="Calibri" panose="020F0502020204030204" pitchFamily="34" charset="0"/>
                <a:ea typeface="+mn-ea"/>
                <a:cs typeface="Calibri" panose="020F0502020204030204" pitchFamily="34" charset="0"/>
              </a:rPr>
              <a:t>Important Confidentiality Notice</a:t>
            </a:r>
          </a:p>
          <a:p>
            <a:pPr marL="0" marR="0" lvl="0" indent="0" algn="just" defTabSz="914400" rtl="0" eaLnBrk="1" fontAlgn="auto" latinLnBrk="0" hangingPunct="1">
              <a:lnSpc>
                <a:spcPct val="100000"/>
              </a:lnSpc>
              <a:spcBef>
                <a:spcPct val="20000"/>
              </a:spcBef>
              <a:spcAft>
                <a:spcPts val="0"/>
              </a:spcAft>
              <a:buClrTx/>
              <a:buSzTx/>
              <a:buFont typeface="Arial" charset="0"/>
              <a:buNone/>
              <a:tabLst/>
              <a:defRPr/>
            </a:pPr>
            <a:r>
              <a:rPr kumimoji="0" lang="en-US" sz="1000" b="0" i="0" u="none" strike="noStrike" kern="1200" cap="none" spc="0" normalizeH="0" baseline="0" noProof="0">
                <a:ln>
                  <a:noFill/>
                </a:ln>
                <a:solidFill>
                  <a:srgbClr val="5A5A5A"/>
                </a:solidFill>
                <a:effectLst/>
                <a:uLnTx/>
                <a:uFillTx/>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87134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9" name="Picture 8">
            <a:extLst>
              <a:ext uri="{FF2B5EF4-FFF2-40B4-BE49-F238E27FC236}">
                <a16:creationId xmlns:a16="http://schemas.microsoft.com/office/drawing/2014/main" id="{EF431A82-BFC3-554C-A8A1-AF87B0D8DD57}"/>
              </a:ext>
            </a:extLst>
          </p:cNvPr>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11548533" y="6476626"/>
            <a:ext cx="448395" cy="367698"/>
          </a:xfrm>
          <a:prstGeom prst="rect">
            <a:avLst/>
          </a:prstGeom>
        </p:spPr>
      </p:pic>
      <p:sp>
        <p:nvSpPr>
          <p:cNvPr id="14" name="Footer Placeholder 4">
            <a:extLst>
              <a:ext uri="{FF2B5EF4-FFF2-40B4-BE49-F238E27FC236}">
                <a16:creationId xmlns:a16="http://schemas.microsoft.com/office/drawing/2014/main" id="{02BE612D-CAD0-B2F6-FE03-8B620D5FB3D3}"/>
              </a:ext>
            </a:extLst>
          </p:cNvPr>
          <p:cNvSpPr txBox="1">
            <a:spLocks/>
          </p:cNvSpPr>
          <p:nvPr userDrawn="1"/>
        </p:nvSpPr>
        <p:spPr>
          <a:xfrm>
            <a:off x="292608" y="6625852"/>
            <a:ext cx="3207974"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 Mphasis 2025  Proprietary and confidential information</a:t>
            </a:r>
            <a:endParaRPr lang="en-IN" sz="1000">
              <a:latin typeface="+mn-lt"/>
            </a:endParaRPr>
          </a:p>
        </p:txBody>
      </p:sp>
      <p:sp>
        <p:nvSpPr>
          <p:cNvPr id="5" name="Footer Placeholder 4">
            <a:extLst>
              <a:ext uri="{FF2B5EF4-FFF2-40B4-BE49-F238E27FC236}">
                <a16:creationId xmlns:a16="http://schemas.microsoft.com/office/drawing/2014/main" id="{30D85B22-4AB0-59BC-D67E-01DB098B8FB7}"/>
              </a:ext>
            </a:extLst>
          </p:cNvPr>
          <p:cNvSpPr txBox="1">
            <a:spLocks/>
          </p:cNvSpPr>
          <p:nvPr userDrawn="1"/>
        </p:nvSpPr>
        <p:spPr>
          <a:xfrm>
            <a:off x="5593889" y="6625852"/>
            <a:ext cx="1004223"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3C4C312-C9D8-434F-B375-261D124326DB}" type="datetime1">
              <a:rPr lang="en-IN" sz="1000" smtClean="0">
                <a:latin typeface="+mn-lt"/>
              </a:rPr>
              <a:pPr algn="ctr"/>
              <a:t>18-03-2026</a:t>
            </a:fld>
            <a:endParaRPr lang="en-IN" sz="1000">
              <a:latin typeface="+mn-lt"/>
            </a:endParaRPr>
          </a:p>
        </p:txBody>
      </p:sp>
      <p:sp>
        <p:nvSpPr>
          <p:cNvPr id="10" name="TextBox 9">
            <a:extLst>
              <a:ext uri="{FF2B5EF4-FFF2-40B4-BE49-F238E27FC236}">
                <a16:creationId xmlns:a16="http://schemas.microsoft.com/office/drawing/2014/main" id="{AB3C4B5D-DBD4-6BB5-0873-20A1C577D40D}"/>
              </a:ext>
            </a:extLst>
          </p:cNvPr>
          <p:cNvSpPr txBox="1"/>
          <p:nvPr userDrawn="1"/>
        </p:nvSpPr>
        <p:spPr>
          <a:xfrm>
            <a:off x="10597911" y="6625852"/>
            <a:ext cx="733425" cy="153888"/>
          </a:xfrm>
          <a:prstGeom prst="rect">
            <a:avLst/>
          </a:prstGeom>
          <a:noFill/>
        </p:spPr>
        <p:txBody>
          <a:bodyPr wrap="square" lIns="0" tIns="0" rIns="0" bIns="0" anchor="ctr">
            <a:spAutoFit/>
          </a:bodyPr>
          <a:lstStyle/>
          <a:p>
            <a:pPr algn="r"/>
            <a:fld id="{168B8272-985F-49F0-9308-1DD0A25D397C}" type="slidenum">
              <a:rPr lang="en-IN" sz="1000" smtClean="0">
                <a:latin typeface="+mn-lt"/>
              </a:rPr>
              <a:pPr algn="r"/>
              <a:t>‹#›</a:t>
            </a:fld>
            <a:endParaRPr lang="en-IN" sz="1000">
              <a:latin typeface="+mn-lt"/>
            </a:endParaRPr>
          </a:p>
        </p:txBody>
      </p:sp>
      <p:pic>
        <p:nvPicPr>
          <p:cNvPr id="4" name="Picture 3">
            <a:extLst>
              <a:ext uri="{FF2B5EF4-FFF2-40B4-BE49-F238E27FC236}">
                <a16:creationId xmlns:a16="http://schemas.microsoft.com/office/drawing/2014/main" id="{AF2BF047-EEFD-C7DF-DAD9-55A4CA959E9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937941435"/>
      </p:ext>
    </p:extLst>
  </p:cSld>
  <p:clrMap bg1="lt1" tx1="dk1" bg2="lt2" tx2="dk2" accent1="accent1" accent2="accent2" accent3="accent3" accent4="accent4" accent5="accent5" accent6="accent6" hlink="hlink" folHlink="folHlink"/>
  <p:sldLayoutIdLst>
    <p:sldLayoutId id="2147484864" r:id="rId1"/>
    <p:sldLayoutId id="2147484838" r:id="rId2"/>
    <p:sldLayoutId id="2147484874" r:id="rId3"/>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AF38-AF41-ADC6-0A5A-D67D9EA80076}"/>
              </a:ext>
            </a:extLst>
          </p:cNvPr>
          <p:cNvSpPr>
            <a:spLocks noGrp="1"/>
          </p:cNvSpPr>
          <p:nvPr>
            <p:ph type="ctrTitle"/>
          </p:nvPr>
        </p:nvSpPr>
        <p:spPr>
          <a:xfrm>
            <a:off x="498744" y="3299515"/>
            <a:ext cx="6968856" cy="757130"/>
          </a:xfrm>
        </p:spPr>
        <p:txBody>
          <a:bodyPr/>
          <a:lstStyle/>
          <a:p>
            <a:r>
              <a:rPr lang="en-US" dirty="0"/>
              <a:t>&lt;IDEA TITLE&gt;</a:t>
            </a:r>
          </a:p>
        </p:txBody>
      </p:sp>
      <p:sp>
        <p:nvSpPr>
          <p:cNvPr id="3" name="Subtitle 2">
            <a:extLst>
              <a:ext uri="{FF2B5EF4-FFF2-40B4-BE49-F238E27FC236}">
                <a16:creationId xmlns:a16="http://schemas.microsoft.com/office/drawing/2014/main" id="{7376C9AA-77B8-1C8C-122B-AB2BE111AE0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59062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954A-EBBE-D05A-DF8E-21DA4FD5A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5FCF4-7C88-292D-34C6-995BF273DB57}"/>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Team Introduction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4CDE83-B73B-E256-C66F-14EEF95E1A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4CDE83-B73B-E256-C66F-14EEF95E1A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D29A173C-4B49-4244-A905-E73548E2D2BB}"/>
              </a:ext>
            </a:extLst>
          </p:cNvPr>
          <p:cNvGraphicFramePr>
            <a:graphicFrameLocks noGrp="1"/>
          </p:cNvGraphicFramePr>
          <p:nvPr>
            <p:extLst>
              <p:ext uri="{D42A27DB-BD31-4B8C-83A1-F6EECF244321}">
                <p14:modId xmlns:p14="http://schemas.microsoft.com/office/powerpoint/2010/main" val="539411954"/>
              </p:ext>
            </p:extLst>
          </p:nvPr>
        </p:nvGraphicFramePr>
        <p:xfrm>
          <a:off x="1652270" y="1171575"/>
          <a:ext cx="8411210" cy="3018790"/>
        </p:xfrm>
        <a:graphic>
          <a:graphicData uri="http://schemas.openxmlformats.org/drawingml/2006/table">
            <a:tbl>
              <a:tblPr firstRow="1" bandRow="1">
                <a:tableStyleId>{5C22544A-7EE6-4342-B048-85BDC9FD1C3A}</a:tableStyleId>
              </a:tblPr>
              <a:tblGrid>
                <a:gridCol w="3778250">
                  <a:extLst>
                    <a:ext uri="{9D8B030D-6E8A-4147-A177-3AD203B41FA5}">
                      <a16:colId xmlns:a16="http://schemas.microsoft.com/office/drawing/2014/main" val="3420260581"/>
                    </a:ext>
                  </a:extLst>
                </a:gridCol>
                <a:gridCol w="4632960">
                  <a:extLst>
                    <a:ext uri="{9D8B030D-6E8A-4147-A177-3AD203B41FA5}">
                      <a16:colId xmlns:a16="http://schemas.microsoft.com/office/drawing/2014/main" val="910197492"/>
                    </a:ext>
                  </a:extLst>
                </a:gridCol>
              </a:tblGrid>
              <a:tr h="546050">
                <a:tc>
                  <a:txBody>
                    <a:bodyPr/>
                    <a:lstStyle/>
                    <a:p>
                      <a:pPr algn="ctr"/>
                      <a:r>
                        <a:rPr lang="en-US" sz="2000" dirty="0"/>
                        <a:t>Areas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444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Team Name:</a:t>
                      </a:r>
                    </a:p>
                  </a:txBody>
                  <a:tcPr/>
                </a:tc>
                <a:tc>
                  <a:txBody>
                    <a:bodyPr/>
                    <a:lstStyle/>
                    <a:p>
                      <a:endParaRPr lang="en-US"/>
                    </a:p>
                  </a:txBody>
                  <a:tcPr/>
                </a:tc>
                <a:extLst>
                  <a:ext uri="{0D108BD9-81ED-4DB2-BD59-A6C34878D82A}">
                    <a16:rowId xmlns:a16="http://schemas.microsoft.com/office/drawing/2014/main" val="2694735506"/>
                  </a:ext>
                </a:extLst>
              </a:tr>
              <a:tr h="4286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Batch / Area of Training:</a:t>
                      </a:r>
                    </a:p>
                  </a:txBody>
                  <a:tcPr/>
                </a:tc>
                <a:tc>
                  <a:txBody>
                    <a:bodyPr/>
                    <a:lstStyle/>
                    <a:p>
                      <a:endParaRPr lang="en-US" dirty="0"/>
                    </a:p>
                  </a:txBody>
                  <a:tcPr/>
                </a:tc>
                <a:extLst>
                  <a:ext uri="{0D108BD9-81ED-4DB2-BD59-A6C34878D82A}">
                    <a16:rowId xmlns:a16="http://schemas.microsoft.com/office/drawing/2014/main" val="2766325250"/>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Internship Start Date:</a:t>
                      </a:r>
                    </a:p>
                  </a:txBody>
                  <a:tcPr/>
                </a:tc>
                <a:tc>
                  <a:txBody>
                    <a:bodyPr/>
                    <a:lstStyle/>
                    <a:p>
                      <a:endParaRPr lang="en-US" dirty="0"/>
                    </a:p>
                  </a:txBody>
                  <a:tcPr/>
                </a:tc>
                <a:extLst>
                  <a:ext uri="{0D108BD9-81ED-4DB2-BD59-A6C34878D82A}">
                    <a16:rowId xmlns:a16="http://schemas.microsoft.com/office/drawing/2014/main" val="672518870"/>
                  </a:ext>
                </a:extLst>
              </a:tr>
              <a:tr h="3714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Internship Location</a:t>
                      </a:r>
                    </a:p>
                  </a:txBody>
                  <a:tcPr/>
                </a:tc>
                <a:tc>
                  <a:txBody>
                    <a:bodyPr/>
                    <a:lstStyle/>
                    <a:p>
                      <a:endParaRPr lang="en-US" dirty="0"/>
                    </a:p>
                  </a:txBody>
                  <a:tcPr/>
                </a:tc>
                <a:extLst>
                  <a:ext uri="{0D108BD9-81ED-4DB2-BD59-A6C34878D82A}">
                    <a16:rowId xmlns:a16="http://schemas.microsoft.com/office/drawing/2014/main" val="2430104585"/>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Team Members: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tc>
                  <a:txBody>
                    <a:bodyPr/>
                    <a:lstStyle/>
                    <a:p>
                      <a:endParaRPr lang="en-US" dirty="0"/>
                    </a:p>
                  </a:txBody>
                  <a:tcPr/>
                </a:tc>
                <a:extLst>
                  <a:ext uri="{0D108BD9-81ED-4DB2-BD59-A6C34878D82A}">
                    <a16:rowId xmlns:a16="http://schemas.microsoft.com/office/drawing/2014/main" val="4083918607"/>
                  </a:ext>
                </a:extLst>
              </a:tr>
            </a:tbl>
          </a:graphicData>
        </a:graphic>
      </p:graphicFrame>
    </p:spTree>
    <p:extLst>
      <p:ext uri="{BB962C8B-B14F-4D97-AF65-F5344CB8AC3E}">
        <p14:creationId xmlns:p14="http://schemas.microsoft.com/office/powerpoint/2010/main" val="385176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4B8E-226E-048B-2C14-8ECF09990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BBE7-16E5-1F6E-93BF-FEA4AD68F1F8}"/>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Problem Statement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36398B3-6BF4-A7EF-D278-8B142193616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436398B3-6BF4-A7EF-D278-8B1421936160}"/>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C8BDAAFD-FE0C-ABDE-0DC4-5EA01E602537}"/>
              </a:ext>
            </a:extLst>
          </p:cNvPr>
          <p:cNvGraphicFramePr>
            <a:graphicFrameLocks noGrp="1"/>
          </p:cNvGraphicFramePr>
          <p:nvPr>
            <p:extLst>
              <p:ext uri="{D42A27DB-BD31-4B8C-83A1-F6EECF244321}">
                <p14:modId xmlns:p14="http://schemas.microsoft.com/office/powerpoint/2010/main" val="3246373736"/>
              </p:ext>
            </p:extLst>
          </p:nvPr>
        </p:nvGraphicFramePr>
        <p:xfrm>
          <a:off x="1698625" y="904875"/>
          <a:ext cx="8411210" cy="540766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64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problem are you trying to solve?</a:t>
                      </a:r>
                    </a:p>
                  </a:txBody>
                  <a:tcPr/>
                </a:tc>
                <a:tc>
                  <a:txBody>
                    <a:bodyPr/>
                    <a:lstStyle/>
                    <a:p>
                      <a:endParaRPr lang="en-US"/>
                    </a:p>
                  </a:txBody>
                  <a:tcPr/>
                </a:tc>
                <a:extLst>
                  <a:ext uri="{0D108BD9-81ED-4DB2-BD59-A6C34878D82A}">
                    <a16:rowId xmlns:a16="http://schemas.microsoft.com/office/drawing/2014/main" val="2694735506"/>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define the identified business need and importance to business</a:t>
                      </a:r>
                    </a:p>
                  </a:txBody>
                  <a:tcPr/>
                </a:tc>
                <a:tc>
                  <a:txBody>
                    <a:bodyPr/>
                    <a:lstStyle/>
                    <a:p>
                      <a:endParaRPr lang="en-US" dirty="0"/>
                    </a:p>
                  </a:txBody>
                  <a:tcPr/>
                </a:tc>
                <a:extLst>
                  <a:ext uri="{0D108BD9-81ED-4DB2-BD59-A6C34878D82A}">
                    <a16:rowId xmlns:a16="http://schemas.microsoft.com/office/drawing/2014/main" val="276632525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Who is affected by this problem? What improvements are assumed to be brought by implementation?</a:t>
                      </a:r>
                    </a:p>
                  </a:txBody>
                  <a:tcPr/>
                </a:tc>
                <a:tc>
                  <a:txBody>
                    <a:bodyPr/>
                    <a:lstStyle/>
                    <a:p>
                      <a:endParaRPr lang="en-US" dirty="0"/>
                    </a:p>
                  </a:txBody>
                  <a:tcPr/>
                </a:tc>
                <a:extLst>
                  <a:ext uri="{0D108BD9-81ED-4DB2-BD59-A6C34878D82A}">
                    <a16:rowId xmlns:a16="http://schemas.microsoft.com/office/drawing/2014/main" val="67251887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made you choose this problem?</a:t>
                      </a:r>
                    </a:p>
                  </a:txBody>
                  <a:tcPr/>
                </a:tc>
                <a:tc>
                  <a:txBody>
                    <a:bodyPr/>
                    <a:lstStyle/>
                    <a:p>
                      <a:endParaRPr lang="en-US" dirty="0"/>
                    </a:p>
                  </a:txBody>
                  <a:tcPr/>
                </a:tc>
                <a:extLst>
                  <a:ext uri="{0D108BD9-81ED-4DB2-BD59-A6C34878D82A}">
                    <a16:rowId xmlns:a16="http://schemas.microsoft.com/office/drawing/2014/main" val="2430104585"/>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any market research conducted help frame the problem.</a:t>
                      </a:r>
                    </a:p>
                  </a:txBody>
                  <a:tcPr/>
                </a:tc>
                <a:tc>
                  <a:txBody>
                    <a:bodyPr/>
                    <a:lstStyle/>
                    <a:p>
                      <a:endParaRPr lang="en-US" dirty="0"/>
                    </a:p>
                  </a:txBody>
                  <a:tcPr/>
                </a:tc>
                <a:extLst>
                  <a:ext uri="{0D108BD9-81ED-4DB2-BD59-A6C34878D82A}">
                    <a16:rowId xmlns:a16="http://schemas.microsoft.com/office/drawing/2014/main" val="3224983629"/>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txBody>
                  <a:tcPr/>
                </a:tc>
                <a:tc>
                  <a:txBody>
                    <a:bodyPr/>
                    <a:lstStyle/>
                    <a:p>
                      <a:endParaRPr lang="en-US" dirty="0"/>
                    </a:p>
                  </a:txBody>
                  <a:tcPr/>
                </a:tc>
                <a:extLst>
                  <a:ext uri="{0D108BD9-81ED-4DB2-BD59-A6C34878D82A}">
                    <a16:rowId xmlns:a16="http://schemas.microsoft.com/office/drawing/2014/main" val="1402606664"/>
                  </a:ext>
                </a:extLst>
              </a:tr>
            </a:tbl>
          </a:graphicData>
        </a:graphic>
      </p:graphicFrame>
    </p:spTree>
    <p:extLst>
      <p:ext uri="{BB962C8B-B14F-4D97-AF65-F5344CB8AC3E}">
        <p14:creationId xmlns:p14="http://schemas.microsoft.com/office/powerpoint/2010/main" val="277496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D33-FFB9-A713-3833-1CF6A517A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AFC14-66DD-CE63-FFE3-6DD68C7200D0}"/>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Solution Overview/ Idea</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B8CD7E4-0844-7969-9F9B-531E89A3DD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2B8CD7E4-0844-7969-9F9B-531E89A3DD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40AAA7A3-88DE-A73D-76B4-11EA3DE564F8}"/>
              </a:ext>
            </a:extLst>
          </p:cNvPr>
          <p:cNvGraphicFramePr>
            <a:graphicFrameLocks noGrp="1"/>
          </p:cNvGraphicFramePr>
          <p:nvPr>
            <p:extLst>
              <p:ext uri="{D42A27DB-BD31-4B8C-83A1-F6EECF244321}">
                <p14:modId xmlns:p14="http://schemas.microsoft.com/office/powerpoint/2010/main" val="2124776405"/>
              </p:ext>
            </p:extLst>
          </p:nvPr>
        </p:nvGraphicFramePr>
        <p:xfrm>
          <a:off x="1631950" y="941164"/>
          <a:ext cx="8411210" cy="526415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64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provide short description of the solution</a:t>
                      </a:r>
                    </a:p>
                  </a:txBody>
                  <a:tcPr/>
                </a:tc>
                <a:tc>
                  <a:txBody>
                    <a:bodyPr/>
                    <a:lstStyle/>
                    <a:p>
                      <a:endParaRPr lang="en-US"/>
                    </a:p>
                  </a:txBody>
                  <a:tcPr/>
                </a:tc>
                <a:extLst>
                  <a:ext uri="{0D108BD9-81ED-4DB2-BD59-A6C34878D82A}">
                    <a16:rowId xmlns:a16="http://schemas.microsoft.com/office/drawing/2014/main" val="2694735506"/>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are the key objectives you are planning to achieve</a:t>
                      </a:r>
                    </a:p>
                  </a:txBody>
                  <a:tcPr/>
                </a:tc>
                <a:tc>
                  <a:txBody>
                    <a:bodyPr/>
                    <a:lstStyle/>
                    <a:p>
                      <a:endParaRPr lang="en-US" dirty="0"/>
                    </a:p>
                  </a:txBody>
                  <a:tcPr/>
                </a:tc>
                <a:extLst>
                  <a:ext uri="{0D108BD9-81ED-4DB2-BD59-A6C34878D82A}">
                    <a16:rowId xmlns:a16="http://schemas.microsoft.com/office/drawing/2014/main" val="276632525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How does your solution achieve to address the problem statement?</a:t>
                      </a:r>
                    </a:p>
                  </a:txBody>
                  <a:tcPr/>
                </a:tc>
                <a:tc>
                  <a:txBody>
                    <a:bodyPr/>
                    <a:lstStyle/>
                    <a:p>
                      <a:endParaRPr lang="en-US" dirty="0"/>
                    </a:p>
                  </a:txBody>
                  <a:tcPr/>
                </a:tc>
                <a:extLst>
                  <a:ext uri="{0D108BD9-81ED-4DB2-BD59-A6C34878D82A}">
                    <a16:rowId xmlns:a16="http://schemas.microsoft.com/office/drawing/2014/main" val="67251887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explain the technology stack selected.</a:t>
                      </a:r>
                    </a:p>
                  </a:txBody>
                  <a:tcPr/>
                </a:tc>
                <a:tc>
                  <a:txBody>
                    <a:bodyPr/>
                    <a:lstStyle/>
                    <a:p>
                      <a:endParaRPr lang="en-US" dirty="0"/>
                    </a:p>
                  </a:txBody>
                  <a:tcPr/>
                </a:tc>
                <a:extLst>
                  <a:ext uri="{0D108BD9-81ED-4DB2-BD59-A6C34878D82A}">
                    <a16:rowId xmlns:a16="http://schemas.microsoft.com/office/drawing/2014/main" val="2430104585"/>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provide justification on why your approach is best.</a:t>
                      </a:r>
                    </a:p>
                  </a:txBody>
                  <a:tcPr/>
                </a:tc>
                <a:tc>
                  <a:txBody>
                    <a:bodyPr/>
                    <a:lstStyle/>
                    <a:p>
                      <a:endParaRPr lang="en-US" dirty="0"/>
                    </a:p>
                  </a:txBody>
                  <a:tcPr/>
                </a:tc>
                <a:extLst>
                  <a:ext uri="{0D108BD9-81ED-4DB2-BD59-A6C34878D82A}">
                    <a16:rowId xmlns:a16="http://schemas.microsoft.com/office/drawing/2014/main" val="3224983629"/>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What is the state you were able to achieve?</a:t>
                      </a:r>
                    </a:p>
                  </a:txBody>
                  <a:tcPr/>
                </a:tc>
                <a:tc>
                  <a:txBody>
                    <a:bodyPr/>
                    <a:lstStyle/>
                    <a:p>
                      <a:endParaRPr lang="en-US" dirty="0"/>
                    </a:p>
                  </a:txBody>
                  <a:tcPr/>
                </a:tc>
                <a:extLst>
                  <a:ext uri="{0D108BD9-81ED-4DB2-BD59-A6C34878D82A}">
                    <a16:rowId xmlns:a16="http://schemas.microsoft.com/office/drawing/2014/main" val="2247336996"/>
                  </a:ext>
                </a:extLst>
              </a:tr>
            </a:tbl>
          </a:graphicData>
        </a:graphic>
      </p:graphicFrame>
    </p:spTree>
    <p:extLst>
      <p:ext uri="{BB962C8B-B14F-4D97-AF65-F5344CB8AC3E}">
        <p14:creationId xmlns:p14="http://schemas.microsoft.com/office/powerpoint/2010/main" val="88158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1C68-AFBB-1A2B-5AC3-6919FC626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63421-089E-B67A-0F28-336EC740178B}"/>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Solution Implementation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323983-D49B-0E07-0DB0-5C37A2608FCE}"/>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323983-D49B-0E07-0DB0-5C37A2608FCE}"/>
                  </a:ext>
                </a:extLst>
              </p:cNvPr>
              <p:cNvPicPr/>
              <p:nvPr/>
            </p:nvPicPr>
            <p:blipFill>
              <a:blip r:embed="rId3"/>
              <a:stretch>
                <a:fillRect/>
              </a:stretch>
            </p:blipFill>
            <p:spPr>
              <a:xfrm>
                <a:off x="-2453638" y="1981200"/>
                <a:ext cx="3429000" cy="3429000"/>
              </a:xfrm>
              <a:prstGeom prst="rect">
                <a:avLst/>
              </a:prstGeom>
            </p:spPr>
          </p:pic>
        </mc:Fallback>
      </mc:AlternateContent>
      <p:sp>
        <p:nvSpPr>
          <p:cNvPr id="32" name="TextBox 31">
            <a:extLst>
              <a:ext uri="{FF2B5EF4-FFF2-40B4-BE49-F238E27FC236}">
                <a16:creationId xmlns:a16="http://schemas.microsoft.com/office/drawing/2014/main" id="{7D9F00AA-B82B-392D-F0D4-348A049C2DF3}"/>
              </a:ext>
            </a:extLst>
          </p:cNvPr>
          <p:cNvSpPr txBox="1"/>
          <p:nvPr/>
        </p:nvSpPr>
        <p:spPr>
          <a:xfrm>
            <a:off x="280416" y="774774"/>
            <a:ext cx="7372898" cy="923330"/>
          </a:xfrm>
          <a:prstGeom prst="rect">
            <a:avLst/>
          </a:prstGeom>
          <a:noFill/>
        </p:spPr>
        <p:txBody>
          <a:bodyPr wrap="square">
            <a:spAutoFit/>
          </a:bodyPr>
          <a:lstStyle/>
          <a:p>
            <a:pPr marL="285750" indent="-285750">
              <a:buFont typeface="Arial" panose="020B0604020202020204" pitchFamily="34" charset="0"/>
              <a:buChar char="•"/>
            </a:pPr>
            <a:r>
              <a:rPr lang="en-US" dirty="0"/>
              <a:t>High-level architecture / workflow</a:t>
            </a:r>
          </a:p>
          <a:p>
            <a:pPr marL="285750" indent="-285750">
              <a:buFont typeface="Arial" panose="020B0604020202020204" pitchFamily="34" charset="0"/>
              <a:buChar char="•"/>
            </a:pPr>
            <a:r>
              <a:rPr lang="en-US" dirty="0"/>
              <a:t>Major components / modules</a:t>
            </a:r>
          </a:p>
          <a:p>
            <a:pPr marL="285750" indent="-285750">
              <a:buFont typeface="Arial" panose="020B0604020202020204" pitchFamily="34" charset="0"/>
              <a:buChar char="•"/>
            </a:pPr>
            <a:r>
              <a:rPr lang="en-US" dirty="0"/>
              <a:t>Technologies or tools used</a:t>
            </a:r>
          </a:p>
        </p:txBody>
      </p:sp>
    </p:spTree>
    <p:extLst>
      <p:ext uri="{BB962C8B-B14F-4D97-AF65-F5344CB8AC3E}">
        <p14:creationId xmlns:p14="http://schemas.microsoft.com/office/powerpoint/2010/main" val="291277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87CB-4DE1-36F8-8BAD-3E711C54B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9E497-F02D-6921-4201-D66C2B29A4FC}"/>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Three Key Features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EC76337-F850-1150-322B-7C8C510D0F8D}"/>
                  </a:ext>
                </a:extLst>
              </p14:cNvPr>
              <p14:cNvContentPartPr/>
              <p14:nvPr/>
            </p14:nvContentPartPr>
            <p14:xfrm>
              <a:off x="-739138" y="3695700"/>
              <a:ext cx="34290" cy="34290"/>
            </p14:xfrm>
          </p:contentPart>
        </mc:Choice>
        <mc:Fallback>
          <p:pic>
            <p:nvPicPr>
              <p:cNvPr id="3" name="Ink 2">
                <a:extLst>
                  <a:ext uri="{FF2B5EF4-FFF2-40B4-BE49-F238E27FC236}">
                    <a16:creationId xmlns:a16="http://schemas.microsoft.com/office/drawing/2014/main" id="{AEC76337-F850-1150-322B-7C8C510D0F8D}"/>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BC7DA58D-2973-ECBA-406F-BF94DE1185FC}"/>
              </a:ext>
            </a:extLst>
          </p:cNvPr>
          <p:cNvGraphicFramePr>
            <a:graphicFrameLocks noGrp="1"/>
          </p:cNvGraphicFramePr>
          <p:nvPr>
            <p:extLst>
              <p:ext uri="{D42A27DB-BD31-4B8C-83A1-F6EECF244321}">
                <p14:modId xmlns:p14="http://schemas.microsoft.com/office/powerpoint/2010/main" val="2492901518"/>
              </p:ext>
            </p:extLst>
          </p:nvPr>
        </p:nvGraphicFramePr>
        <p:xfrm>
          <a:off x="1631950" y="941164"/>
          <a:ext cx="8411210" cy="350774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64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Feature1:</a:t>
                      </a:r>
                    </a:p>
                  </a:txBody>
                  <a:tcPr/>
                </a:tc>
                <a:tc>
                  <a:txBody>
                    <a:bodyPr/>
                    <a:lstStyle/>
                    <a:p>
                      <a:r>
                        <a:rPr lang="en-US" dirty="0"/>
                        <a:t>Name:</a:t>
                      </a:r>
                    </a:p>
                    <a:p>
                      <a:r>
                        <a:rPr lang="en-US" dirty="0"/>
                        <a:t>Business description:</a:t>
                      </a:r>
                    </a:p>
                    <a:p>
                      <a:r>
                        <a:rPr lang="en-US" dirty="0"/>
                        <a:t>Achievements:</a:t>
                      </a:r>
                    </a:p>
                  </a:txBody>
                  <a:tcPr/>
                </a:tc>
                <a:extLst>
                  <a:ext uri="{0D108BD9-81ED-4DB2-BD59-A6C34878D82A}">
                    <a16:rowId xmlns:a16="http://schemas.microsoft.com/office/drawing/2014/main" val="2694735506"/>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Feature2:</a:t>
                      </a:r>
                    </a:p>
                  </a:txBody>
                  <a:tcPr/>
                </a:tc>
                <a:tc>
                  <a:txBody>
                    <a:bodyPr/>
                    <a:lstStyle/>
                    <a:p>
                      <a:r>
                        <a:rPr lang="en-US" dirty="0"/>
                        <a:t>Name:</a:t>
                      </a:r>
                    </a:p>
                    <a:p>
                      <a:r>
                        <a:rPr lang="en-US" dirty="0"/>
                        <a:t>Business description:</a:t>
                      </a:r>
                    </a:p>
                    <a:p>
                      <a:r>
                        <a:rPr lang="en-US" dirty="0"/>
                        <a:t>Achievements:</a:t>
                      </a:r>
                    </a:p>
                  </a:txBody>
                  <a:tcPr/>
                </a:tc>
                <a:extLst>
                  <a:ext uri="{0D108BD9-81ED-4DB2-BD59-A6C34878D82A}">
                    <a16:rowId xmlns:a16="http://schemas.microsoft.com/office/drawing/2014/main" val="2766325250"/>
                  </a:ext>
                </a:extLst>
              </a:tr>
              <a:tr h="770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Please elaborate Feature3:</a:t>
                      </a:r>
                    </a:p>
                  </a:txBody>
                  <a:tcPr/>
                </a:tc>
                <a:tc>
                  <a:txBody>
                    <a:bodyPr/>
                    <a:lstStyle/>
                    <a:p>
                      <a:r>
                        <a:rPr lang="en-US" dirty="0"/>
                        <a:t>Name:</a:t>
                      </a:r>
                    </a:p>
                    <a:p>
                      <a:r>
                        <a:rPr lang="en-US" dirty="0"/>
                        <a:t>Business description:</a:t>
                      </a:r>
                    </a:p>
                    <a:p>
                      <a:r>
                        <a:rPr lang="en-US" dirty="0"/>
                        <a:t>Achievements:</a:t>
                      </a:r>
                    </a:p>
                  </a:txBody>
                  <a:tcPr/>
                </a:tc>
                <a:extLst>
                  <a:ext uri="{0D108BD9-81ED-4DB2-BD59-A6C34878D82A}">
                    <a16:rowId xmlns:a16="http://schemas.microsoft.com/office/drawing/2014/main" val="672518870"/>
                  </a:ext>
                </a:extLst>
              </a:tr>
            </a:tbl>
          </a:graphicData>
        </a:graphic>
      </p:graphicFrame>
    </p:spTree>
    <p:extLst>
      <p:ext uri="{BB962C8B-B14F-4D97-AF65-F5344CB8AC3E}">
        <p14:creationId xmlns:p14="http://schemas.microsoft.com/office/powerpoint/2010/main" val="4102230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28D98-1538-EB7B-B626-52AB2B5CA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9C7E0-41CC-249F-2880-C94DB221C3E6}"/>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Demo</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7AA07F-066E-4914-46E7-27FFF51CE8E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677AA07F-066E-4914-46E7-27FFF51CE8E0}"/>
                  </a:ext>
                </a:extLst>
              </p:cNvPr>
              <p:cNvPicPr/>
              <p:nvPr/>
            </p:nvPicPr>
            <p:blipFill>
              <a:blip r:embed="rId3"/>
              <a:stretch>
                <a:fillRect/>
              </a:stretch>
            </p:blipFill>
            <p:spPr>
              <a:xfrm>
                <a:off x="-2453638" y="1981200"/>
                <a:ext cx="3429000" cy="3429000"/>
              </a:xfrm>
              <a:prstGeom prst="rect">
                <a:avLst/>
              </a:prstGeom>
            </p:spPr>
          </p:pic>
        </mc:Fallback>
      </mc:AlternateContent>
      <p:sp>
        <p:nvSpPr>
          <p:cNvPr id="32" name="TextBox 31">
            <a:extLst>
              <a:ext uri="{FF2B5EF4-FFF2-40B4-BE49-F238E27FC236}">
                <a16:creationId xmlns:a16="http://schemas.microsoft.com/office/drawing/2014/main" id="{C5101CBB-275F-7A57-A1F9-E3639801A64A}"/>
              </a:ext>
            </a:extLst>
          </p:cNvPr>
          <p:cNvSpPr txBox="1"/>
          <p:nvPr/>
        </p:nvSpPr>
        <p:spPr>
          <a:xfrm>
            <a:off x="280416" y="774774"/>
            <a:ext cx="7372898" cy="923330"/>
          </a:xfrm>
          <a:prstGeom prst="rect">
            <a:avLst/>
          </a:prstGeom>
          <a:noFill/>
        </p:spPr>
        <p:txBody>
          <a:bodyPr wrap="square">
            <a:spAutoFit/>
          </a:bodyPr>
          <a:lstStyle/>
          <a:p>
            <a:pPr marL="285750" indent="-285750">
              <a:buFont typeface="Arial" panose="020B0604020202020204" pitchFamily="34" charset="0"/>
              <a:buChar char="•"/>
            </a:pPr>
            <a:r>
              <a:rPr lang="en-US" dirty="0"/>
              <a:t>Short demo video/screenshots</a:t>
            </a:r>
          </a:p>
          <a:p>
            <a:pPr marL="285750" indent="-285750">
              <a:buFont typeface="Arial" panose="020B0604020202020204" pitchFamily="34" charset="0"/>
              <a:buChar char="•"/>
            </a:pPr>
            <a:r>
              <a:rPr lang="en-US" dirty="0"/>
              <a:t>User flow walkthrough</a:t>
            </a:r>
          </a:p>
          <a:p>
            <a:pPr marL="285750" indent="-285750">
              <a:buFont typeface="Arial" panose="020B0604020202020204" pitchFamily="34" charset="0"/>
              <a:buChar char="•"/>
            </a:pPr>
            <a:r>
              <a:rPr lang="en-US" dirty="0"/>
              <a:t>Record the videos with transcripts</a:t>
            </a:r>
          </a:p>
        </p:txBody>
      </p:sp>
    </p:spTree>
    <p:extLst>
      <p:ext uri="{BB962C8B-B14F-4D97-AF65-F5344CB8AC3E}">
        <p14:creationId xmlns:p14="http://schemas.microsoft.com/office/powerpoint/2010/main" val="2719100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E1C1B-B772-3770-5515-726B1AC91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456EB-B09F-4E99-E55D-8EB4D6EC1BB3}"/>
              </a:ext>
            </a:extLst>
          </p:cNvPr>
          <p:cNvSpPr>
            <a:spLocks noGrp="1"/>
          </p:cNvSpPr>
          <p:nvPr>
            <p:ph type="title"/>
          </p:nvPr>
        </p:nvSpPr>
        <p:spPr>
          <a:xfrm>
            <a:off x="280417" y="178684"/>
            <a:ext cx="7407188" cy="369332"/>
          </a:xfrm>
        </p:spPr>
        <p:txBody>
          <a:bodyPr anchor="ctr">
            <a:normAutofit fontScale="90000"/>
          </a:bodyPr>
          <a:lstStyle/>
          <a:p>
            <a:r>
              <a:rPr lang="en-US" dirty="0">
                <a:latin typeface="Aptos"/>
              </a:rPr>
              <a:t>Outcomes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10B378C-EC97-8216-C222-FECCF4799B23}"/>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710B378C-EC97-8216-C222-FECCF4799B23}"/>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977D0765-E910-8684-4AA9-3210FD5B4B3E}"/>
              </a:ext>
            </a:extLst>
          </p:cNvPr>
          <p:cNvGraphicFramePr>
            <a:graphicFrameLocks noGrp="1"/>
          </p:cNvGraphicFramePr>
          <p:nvPr>
            <p:extLst>
              <p:ext uri="{D42A27DB-BD31-4B8C-83A1-F6EECF244321}">
                <p14:modId xmlns:p14="http://schemas.microsoft.com/office/powerpoint/2010/main" val="3207579496"/>
              </p:ext>
            </p:extLst>
          </p:nvPr>
        </p:nvGraphicFramePr>
        <p:xfrm>
          <a:off x="1631950" y="941164"/>
          <a:ext cx="8411210" cy="3722370"/>
        </p:xfrm>
        <a:graphic>
          <a:graphicData uri="http://schemas.openxmlformats.org/drawingml/2006/table">
            <a:tbl>
              <a:tblPr firstRow="1" bandRow="1">
                <a:tableStyleId>{5C22544A-7EE6-4342-B048-85BDC9FD1C3A}</a:tableStyleId>
              </a:tblPr>
              <a:tblGrid>
                <a:gridCol w="3921125">
                  <a:extLst>
                    <a:ext uri="{9D8B030D-6E8A-4147-A177-3AD203B41FA5}">
                      <a16:colId xmlns:a16="http://schemas.microsoft.com/office/drawing/2014/main" val="3420260581"/>
                    </a:ext>
                  </a:extLst>
                </a:gridCol>
                <a:gridCol w="4490085">
                  <a:extLst>
                    <a:ext uri="{9D8B030D-6E8A-4147-A177-3AD203B41FA5}">
                      <a16:colId xmlns:a16="http://schemas.microsoft.com/office/drawing/2014/main" val="910197492"/>
                    </a:ext>
                  </a:extLst>
                </a:gridCol>
              </a:tblGrid>
              <a:tr h="764540">
                <a:tc>
                  <a:txBody>
                    <a:bodyPr/>
                    <a:lstStyle/>
                    <a:p>
                      <a:pPr algn="ctr"/>
                      <a:r>
                        <a:rPr lang="en-US" sz="2000" dirty="0"/>
                        <a:t>Questions</a:t>
                      </a:r>
                    </a:p>
                  </a:txBody>
                  <a:tcPr anchor="ctr"/>
                </a:tc>
                <a:tc>
                  <a:txBody>
                    <a:bodyPr/>
                    <a:lstStyle/>
                    <a:p>
                      <a:pPr algn="ctr"/>
                      <a:r>
                        <a:rPr lang="en-US" sz="2000" dirty="0"/>
                        <a:t>Answers</a:t>
                      </a:r>
                    </a:p>
                  </a:txBody>
                  <a:tcPr anchor="ctr"/>
                </a:tc>
                <a:extLst>
                  <a:ext uri="{0D108BD9-81ED-4DB2-BD59-A6C34878D82A}">
                    <a16:rowId xmlns:a16="http://schemas.microsoft.com/office/drawing/2014/main" val="895895187"/>
                  </a:ext>
                </a:extLst>
              </a:tr>
              <a:tr h="645160">
                <a:tc>
                  <a:txBody>
                    <a:bodyPr/>
                    <a:lstStyle/>
                    <a:p>
                      <a:pPr marL="0" indent="0">
                        <a:buFont typeface="Arial" panose="020B0604020202020204" pitchFamily="34" charset="0"/>
                        <a:buNone/>
                      </a:pPr>
                      <a:r>
                        <a:rPr lang="en-US" dirty="0"/>
                        <a:t>Business impact</a:t>
                      </a:r>
                    </a:p>
                  </a:txBody>
                  <a:tcPr/>
                </a:tc>
                <a:tc>
                  <a:txBody>
                    <a:bodyPr/>
                    <a:lstStyle/>
                    <a:p>
                      <a:endParaRPr lang="en-US" dirty="0"/>
                    </a:p>
                  </a:txBody>
                  <a:tcPr/>
                </a:tc>
                <a:extLst>
                  <a:ext uri="{0D108BD9-81ED-4DB2-BD59-A6C34878D82A}">
                    <a16:rowId xmlns:a16="http://schemas.microsoft.com/office/drawing/2014/main" val="2694735506"/>
                  </a:ext>
                </a:extLst>
              </a:tr>
              <a:tr h="770890">
                <a:tc>
                  <a:txBody>
                    <a:bodyPr/>
                    <a:lstStyle/>
                    <a:p>
                      <a:pPr marL="0" indent="0">
                        <a:buFont typeface="Arial" panose="020B0604020202020204" pitchFamily="34" charset="0"/>
                        <a:buNone/>
                      </a:pPr>
                      <a:r>
                        <a:rPr lang="en-US" dirty="0"/>
                        <a:t>Achieved Technical benefits</a:t>
                      </a:r>
                    </a:p>
                  </a:txBody>
                  <a:tcPr/>
                </a:tc>
                <a:tc>
                  <a:txBody>
                    <a:bodyPr/>
                    <a:lstStyle/>
                    <a:p>
                      <a:endParaRPr lang="en-US" dirty="0"/>
                    </a:p>
                  </a:txBody>
                  <a:tcPr/>
                </a:tc>
                <a:extLst>
                  <a:ext uri="{0D108BD9-81ED-4DB2-BD59-A6C34878D82A}">
                    <a16:rowId xmlns:a16="http://schemas.microsoft.com/office/drawing/2014/main" val="2766325250"/>
                  </a:ext>
                </a:extLst>
              </a:tr>
              <a:tr h="770890">
                <a:tc>
                  <a:txBody>
                    <a:bodyPr/>
                    <a:lstStyle/>
                    <a:p>
                      <a:pPr marL="0" indent="0">
                        <a:buFont typeface="Arial" panose="020B0604020202020204" pitchFamily="34" charset="0"/>
                        <a:buNone/>
                      </a:pPr>
                      <a:r>
                        <a:rPr lang="en-US" dirty="0"/>
                        <a:t>Cost/time/value improvements</a:t>
                      </a:r>
                    </a:p>
                  </a:txBody>
                  <a:tcPr/>
                </a:tc>
                <a:tc>
                  <a:txBody>
                    <a:bodyPr/>
                    <a:lstStyle/>
                    <a:p>
                      <a:endParaRPr lang="en-US" dirty="0"/>
                    </a:p>
                  </a:txBody>
                  <a:tcPr/>
                </a:tc>
                <a:extLst>
                  <a:ext uri="{0D108BD9-81ED-4DB2-BD59-A6C34878D82A}">
                    <a16:rowId xmlns:a16="http://schemas.microsoft.com/office/drawing/2014/main" val="672518870"/>
                  </a:ext>
                </a:extLst>
              </a:tr>
              <a:tr h="770890">
                <a:tc>
                  <a:txBody>
                    <a:bodyPr/>
                    <a:lstStyle/>
                    <a:p>
                      <a:pPr marL="0" indent="0">
                        <a:buFont typeface="Arial" panose="020B0604020202020204" pitchFamily="34" charset="0"/>
                        <a:buNone/>
                      </a:pPr>
                      <a:r>
                        <a:rPr lang="en-US" dirty="0"/>
                        <a:t>Key Metrics</a:t>
                      </a:r>
                    </a:p>
                  </a:txBody>
                  <a:tcPr/>
                </a:tc>
                <a:tc>
                  <a:txBody>
                    <a:bodyPr/>
                    <a:lstStyle/>
                    <a:p>
                      <a:endParaRPr lang="en-US" dirty="0"/>
                    </a:p>
                  </a:txBody>
                  <a:tcPr/>
                </a:tc>
                <a:extLst>
                  <a:ext uri="{0D108BD9-81ED-4DB2-BD59-A6C34878D82A}">
                    <a16:rowId xmlns:a16="http://schemas.microsoft.com/office/drawing/2014/main" val="1404047477"/>
                  </a:ext>
                </a:extLst>
              </a:tr>
            </a:tbl>
          </a:graphicData>
        </a:graphic>
      </p:graphicFrame>
    </p:spTree>
    <p:extLst>
      <p:ext uri="{BB962C8B-B14F-4D97-AF65-F5344CB8AC3E}">
        <p14:creationId xmlns:p14="http://schemas.microsoft.com/office/powerpoint/2010/main" val="1317243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391153"/>
      </p:ext>
    </p:extLst>
  </p:cSld>
  <p:clrMapOvr>
    <a:masterClrMapping/>
  </p:clrMapOvr>
</p:sld>
</file>

<file path=ppt/theme/theme1.xml><?xml version="1.0" encoding="utf-8"?>
<a:theme xmlns:a="http://schemas.openxmlformats.org/drawingml/2006/main" name="4_Slides Master">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phasis PPT Template_Nov2023" id="{1B2DFAC1-B39A-4E2F-A322-FB077CD5D9AA}" vid="{32200839-60F2-4D52-B4BB-35CCE150B3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4f699ca-2f55-40f8-96e6-b052976d7d5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583BC28D42E14183DF541D5473D02A" ma:contentTypeVersion="9" ma:contentTypeDescription="Create a new document." ma:contentTypeScope="" ma:versionID="110ddeb98733346e4161d3e9a44351cb">
  <xsd:schema xmlns:xsd="http://www.w3.org/2001/XMLSchema" xmlns:xs="http://www.w3.org/2001/XMLSchema" xmlns:p="http://schemas.microsoft.com/office/2006/metadata/properties" xmlns:ns3="14f699ca-2f55-40f8-96e6-b052976d7d57" targetNamespace="http://schemas.microsoft.com/office/2006/metadata/properties" ma:root="true" ma:fieldsID="67f7b5954da0647d7c4b0d1011be956c" ns3:_="">
    <xsd:import namespace="14f699ca-2f55-40f8-96e6-b052976d7d5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f699ca-2f55-40f8-96e6-b052976d7d5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961899-FBFA-49A7-BEF6-F7A44DE7BD49}">
  <ds:schemaRefs>
    <ds:schemaRef ds:uri="http://schemas.microsoft.com/sharepoint/v3/contenttype/forms"/>
  </ds:schemaRefs>
</ds:datastoreItem>
</file>

<file path=customXml/itemProps2.xml><?xml version="1.0" encoding="utf-8"?>
<ds:datastoreItem xmlns:ds="http://schemas.openxmlformats.org/officeDocument/2006/customXml" ds:itemID="{17A8EF4B-3633-42B6-A925-6DD613C132AD}">
  <ds:schemaRef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purl.org/dc/terms/"/>
    <ds:schemaRef ds:uri="http://schemas.microsoft.com/office/infopath/2007/PartnerControls"/>
    <ds:schemaRef ds:uri="14f699ca-2f55-40f8-96e6-b052976d7d57"/>
    <ds:schemaRef ds:uri="http://www.w3.org/XML/1998/namespace"/>
    <ds:schemaRef ds:uri="http://purl.org/dc/dcmitype/"/>
  </ds:schemaRefs>
</ds:datastoreItem>
</file>

<file path=customXml/itemProps3.xml><?xml version="1.0" encoding="utf-8"?>
<ds:datastoreItem xmlns:ds="http://schemas.openxmlformats.org/officeDocument/2006/customXml" ds:itemID="{DABEFF76-5F7A-406B-87C0-B11657C13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f699ca-2f55-40f8-96e6-b052976d7d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65b6c62-7310-4d39-9abb-32a0cbc3b90f}" enabled="0" method="" siteId="{665b6c62-7310-4d39-9abb-32a0cbc3b90f}" removed="1"/>
</clbl:labelList>
</file>

<file path=docProps/app.xml><?xml version="1.0" encoding="utf-8"?>
<Properties xmlns="http://schemas.openxmlformats.org/officeDocument/2006/extended-properties" xmlns:vt="http://schemas.openxmlformats.org/officeDocument/2006/docPropsVTypes">
  <Template>Mphasis PPT Template_Nov2023</Template>
  <TotalTime>71</TotalTime>
  <Words>226</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4_Slides Master</vt:lpstr>
      <vt:lpstr>&lt;IDEA TITLE&gt;</vt:lpstr>
      <vt:lpstr>Team Introduction</vt:lpstr>
      <vt:lpstr>Problem Statement </vt:lpstr>
      <vt:lpstr>Solution Overview/ Idea</vt:lpstr>
      <vt:lpstr>Solution Implementation</vt:lpstr>
      <vt:lpstr>Three Key Features</vt:lpstr>
      <vt:lpstr>Demo</vt:lpstr>
      <vt:lpstr>Outcomes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Mphasis Proposal</dc:title>
  <dc:creator>Jobin Abraham</dc:creator>
  <cp:lastModifiedBy>Pradeep Patil2</cp:lastModifiedBy>
  <cp:revision>180</cp:revision>
  <dcterms:created xsi:type="dcterms:W3CDTF">2023-11-17T15:57:09Z</dcterms:created>
  <dcterms:modified xsi:type="dcterms:W3CDTF">2026-03-18T09:05:32Z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0x01010032583BC28D42E14183DF541D5473D02A</vt:lpwstr>
  </property>
  <property fmtid="{D5CDD505-2E9C-101B-9397-08002B2CF9AE}" pid="3" name="MediaServiceImageTags">
    <vt:lpwstr/>
  </property>
  <property fmtid="{D5CDD505-2E9C-101B-9397-08002B2CF9AE}" pid="4" name="Technical Area">
    <vt:lpwstr>AMS</vt:lpwstr>
  </property>
  <property fmtid="{D5CDD505-2E9C-101B-9397-08002B2CF9AE}" pid="5" name="Tower">
    <vt:lpwstr>BPS</vt:lpwstr>
  </property>
</Properties>
</file>